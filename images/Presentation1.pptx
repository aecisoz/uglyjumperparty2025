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5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274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24475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612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998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843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4301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87489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94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00616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896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82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F5206-F1A7-49BA-BC10-39BE550AB6FF}" type="datetimeFigureOut">
              <a:rPr lang="sv-SE" smtClean="0"/>
              <a:t>2024-08-29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5680F-C30C-48B5-A499-71D24ABD8F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520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Stored Data 9"/>
          <p:cNvSpPr/>
          <p:nvPr/>
        </p:nvSpPr>
        <p:spPr>
          <a:xfrm rot="16200000">
            <a:off x="708411" y="3931561"/>
            <a:ext cx="2925579" cy="1339283"/>
          </a:xfrm>
          <a:prstGeom prst="flowChartOnlineStorag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Freeform 15"/>
          <p:cNvSpPr/>
          <p:nvPr/>
        </p:nvSpPr>
        <p:spPr>
          <a:xfrm rot="21388824">
            <a:off x="4651828" y="3471635"/>
            <a:ext cx="1113322" cy="775607"/>
          </a:xfrm>
          <a:custGeom>
            <a:avLst/>
            <a:gdLst>
              <a:gd name="connsiteX0" fmla="*/ 97971 w 1113322"/>
              <a:gd name="connsiteY0" fmla="*/ 0 h 775607"/>
              <a:gd name="connsiteX1" fmla="*/ 16328 w 1113322"/>
              <a:gd name="connsiteY1" fmla="*/ 8164 h 775607"/>
              <a:gd name="connsiteX2" fmla="*/ 0 w 1113322"/>
              <a:gd name="connsiteY2" fmla="*/ 57150 h 775607"/>
              <a:gd name="connsiteX3" fmla="*/ 16328 w 1113322"/>
              <a:gd name="connsiteY3" fmla="*/ 179614 h 775607"/>
              <a:gd name="connsiteX4" fmla="*/ 32657 w 1113322"/>
              <a:gd name="connsiteY4" fmla="*/ 204107 h 775607"/>
              <a:gd name="connsiteX5" fmla="*/ 24493 w 1113322"/>
              <a:gd name="connsiteY5" fmla="*/ 253093 h 775607"/>
              <a:gd name="connsiteX6" fmla="*/ 32657 w 1113322"/>
              <a:gd name="connsiteY6" fmla="*/ 342900 h 775607"/>
              <a:gd name="connsiteX7" fmla="*/ 48986 w 1113322"/>
              <a:gd name="connsiteY7" fmla="*/ 391886 h 775607"/>
              <a:gd name="connsiteX8" fmla="*/ 57150 w 1113322"/>
              <a:gd name="connsiteY8" fmla="*/ 424543 h 775607"/>
              <a:gd name="connsiteX9" fmla="*/ 65314 w 1113322"/>
              <a:gd name="connsiteY9" fmla="*/ 473529 h 775607"/>
              <a:gd name="connsiteX10" fmla="*/ 73478 w 1113322"/>
              <a:gd name="connsiteY10" fmla="*/ 498021 h 775607"/>
              <a:gd name="connsiteX11" fmla="*/ 97971 w 1113322"/>
              <a:gd name="connsiteY11" fmla="*/ 506186 h 775607"/>
              <a:gd name="connsiteX12" fmla="*/ 220436 w 1113322"/>
              <a:gd name="connsiteY12" fmla="*/ 514350 h 775607"/>
              <a:gd name="connsiteX13" fmla="*/ 253093 w 1113322"/>
              <a:gd name="connsiteY13" fmla="*/ 587829 h 775607"/>
              <a:gd name="connsiteX14" fmla="*/ 269421 w 1113322"/>
              <a:gd name="connsiteY14" fmla="*/ 636814 h 775607"/>
              <a:gd name="connsiteX15" fmla="*/ 302078 w 1113322"/>
              <a:gd name="connsiteY15" fmla="*/ 685800 h 775607"/>
              <a:gd name="connsiteX16" fmla="*/ 375557 w 1113322"/>
              <a:gd name="connsiteY16" fmla="*/ 693964 h 775607"/>
              <a:gd name="connsiteX17" fmla="*/ 424543 w 1113322"/>
              <a:gd name="connsiteY17" fmla="*/ 677636 h 775607"/>
              <a:gd name="connsiteX18" fmla="*/ 449036 w 1113322"/>
              <a:gd name="connsiteY18" fmla="*/ 669471 h 775607"/>
              <a:gd name="connsiteX19" fmla="*/ 489857 w 1113322"/>
              <a:gd name="connsiteY19" fmla="*/ 644979 h 775607"/>
              <a:gd name="connsiteX20" fmla="*/ 498021 w 1113322"/>
              <a:gd name="connsiteY20" fmla="*/ 669471 h 775607"/>
              <a:gd name="connsiteX21" fmla="*/ 530678 w 1113322"/>
              <a:gd name="connsiteY21" fmla="*/ 718457 h 775607"/>
              <a:gd name="connsiteX22" fmla="*/ 579664 w 1113322"/>
              <a:gd name="connsiteY22" fmla="*/ 751114 h 775607"/>
              <a:gd name="connsiteX23" fmla="*/ 604157 w 1113322"/>
              <a:gd name="connsiteY23" fmla="*/ 759279 h 775607"/>
              <a:gd name="connsiteX24" fmla="*/ 661307 w 1113322"/>
              <a:gd name="connsiteY24" fmla="*/ 775607 h 775607"/>
              <a:gd name="connsiteX25" fmla="*/ 742950 w 1113322"/>
              <a:gd name="connsiteY25" fmla="*/ 767443 h 775607"/>
              <a:gd name="connsiteX26" fmla="*/ 783771 w 1113322"/>
              <a:gd name="connsiteY26" fmla="*/ 759279 h 775607"/>
              <a:gd name="connsiteX27" fmla="*/ 816428 w 1113322"/>
              <a:gd name="connsiteY27" fmla="*/ 710293 h 775607"/>
              <a:gd name="connsiteX28" fmla="*/ 808264 w 1113322"/>
              <a:gd name="connsiteY28" fmla="*/ 653143 h 775607"/>
              <a:gd name="connsiteX29" fmla="*/ 800100 w 1113322"/>
              <a:gd name="connsiteY29" fmla="*/ 628650 h 775607"/>
              <a:gd name="connsiteX30" fmla="*/ 914400 w 1113322"/>
              <a:gd name="connsiteY30" fmla="*/ 604157 h 775607"/>
              <a:gd name="connsiteX31" fmla="*/ 987878 w 1113322"/>
              <a:gd name="connsiteY31" fmla="*/ 571500 h 775607"/>
              <a:gd name="connsiteX32" fmla="*/ 1004207 w 1113322"/>
              <a:gd name="connsiteY32" fmla="*/ 547007 h 775607"/>
              <a:gd name="connsiteX33" fmla="*/ 1004207 w 1113322"/>
              <a:gd name="connsiteY33" fmla="*/ 424543 h 775607"/>
              <a:gd name="connsiteX34" fmla="*/ 1036864 w 1113322"/>
              <a:gd name="connsiteY34" fmla="*/ 375557 h 775607"/>
              <a:gd name="connsiteX35" fmla="*/ 1085850 w 1113322"/>
              <a:gd name="connsiteY35" fmla="*/ 342900 h 775607"/>
              <a:gd name="connsiteX36" fmla="*/ 1102178 w 1113322"/>
              <a:gd name="connsiteY36" fmla="*/ 318407 h 775607"/>
              <a:gd name="connsiteX37" fmla="*/ 1102178 w 1113322"/>
              <a:gd name="connsiteY37" fmla="*/ 179614 h 775607"/>
              <a:gd name="connsiteX38" fmla="*/ 1077686 w 1113322"/>
              <a:gd name="connsiteY38" fmla="*/ 155121 h 775607"/>
              <a:gd name="connsiteX39" fmla="*/ 1036864 w 1113322"/>
              <a:gd name="connsiteY39" fmla="*/ 106136 h 775607"/>
              <a:gd name="connsiteX40" fmla="*/ 1020536 w 1113322"/>
              <a:gd name="connsiteY40" fmla="*/ 57150 h 775607"/>
              <a:gd name="connsiteX41" fmla="*/ 1012371 w 1113322"/>
              <a:gd name="connsiteY41" fmla="*/ 3265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13322" h="775607">
                <a:moveTo>
                  <a:pt x="97971" y="0"/>
                </a:moveTo>
                <a:lnTo>
                  <a:pt x="16328" y="8164"/>
                </a:lnTo>
                <a:cubicBezTo>
                  <a:pt x="1461" y="16837"/>
                  <a:pt x="0" y="57150"/>
                  <a:pt x="0" y="57150"/>
                </a:cubicBezTo>
                <a:cubicBezTo>
                  <a:pt x="1218" y="70548"/>
                  <a:pt x="3846" y="150489"/>
                  <a:pt x="16328" y="179614"/>
                </a:cubicBezTo>
                <a:cubicBezTo>
                  <a:pt x="20193" y="188633"/>
                  <a:pt x="27214" y="195943"/>
                  <a:pt x="32657" y="204107"/>
                </a:cubicBezTo>
                <a:cubicBezTo>
                  <a:pt x="57532" y="278736"/>
                  <a:pt x="30079" y="174890"/>
                  <a:pt x="24493" y="253093"/>
                </a:cubicBezTo>
                <a:cubicBezTo>
                  <a:pt x="22351" y="283076"/>
                  <a:pt x="27433" y="313298"/>
                  <a:pt x="32657" y="342900"/>
                </a:cubicBezTo>
                <a:cubicBezTo>
                  <a:pt x="35648" y="359850"/>
                  <a:pt x="44812" y="375188"/>
                  <a:pt x="48986" y="391886"/>
                </a:cubicBezTo>
                <a:cubicBezTo>
                  <a:pt x="51707" y="402772"/>
                  <a:pt x="54950" y="413540"/>
                  <a:pt x="57150" y="424543"/>
                </a:cubicBezTo>
                <a:cubicBezTo>
                  <a:pt x="60396" y="440775"/>
                  <a:pt x="61723" y="457369"/>
                  <a:pt x="65314" y="473529"/>
                </a:cubicBezTo>
                <a:cubicBezTo>
                  <a:pt x="67181" y="481930"/>
                  <a:pt x="67393" y="491936"/>
                  <a:pt x="73478" y="498021"/>
                </a:cubicBezTo>
                <a:cubicBezTo>
                  <a:pt x="79563" y="504106"/>
                  <a:pt x="89418" y="505236"/>
                  <a:pt x="97971" y="506186"/>
                </a:cubicBezTo>
                <a:cubicBezTo>
                  <a:pt x="138633" y="510704"/>
                  <a:pt x="179614" y="511629"/>
                  <a:pt x="220436" y="514350"/>
                </a:cubicBezTo>
                <a:cubicBezTo>
                  <a:pt x="246311" y="553164"/>
                  <a:pt x="233661" y="529535"/>
                  <a:pt x="253093" y="587829"/>
                </a:cubicBezTo>
                <a:lnTo>
                  <a:pt x="269421" y="636814"/>
                </a:lnTo>
                <a:cubicBezTo>
                  <a:pt x="275667" y="661795"/>
                  <a:pt x="272009" y="678283"/>
                  <a:pt x="302078" y="685800"/>
                </a:cubicBezTo>
                <a:cubicBezTo>
                  <a:pt x="325986" y="691777"/>
                  <a:pt x="351064" y="691243"/>
                  <a:pt x="375557" y="693964"/>
                </a:cubicBezTo>
                <a:lnTo>
                  <a:pt x="424543" y="677636"/>
                </a:lnTo>
                <a:lnTo>
                  <a:pt x="449036" y="669471"/>
                </a:lnTo>
                <a:cubicBezTo>
                  <a:pt x="454932" y="645885"/>
                  <a:pt x="451303" y="614136"/>
                  <a:pt x="489857" y="644979"/>
                </a:cubicBezTo>
                <a:cubicBezTo>
                  <a:pt x="496577" y="650355"/>
                  <a:pt x="493842" y="661948"/>
                  <a:pt x="498021" y="669471"/>
                </a:cubicBezTo>
                <a:cubicBezTo>
                  <a:pt x="507552" y="686626"/>
                  <a:pt x="514349" y="707571"/>
                  <a:pt x="530678" y="718457"/>
                </a:cubicBezTo>
                <a:cubicBezTo>
                  <a:pt x="547007" y="729343"/>
                  <a:pt x="561047" y="744908"/>
                  <a:pt x="579664" y="751114"/>
                </a:cubicBezTo>
                <a:cubicBezTo>
                  <a:pt x="587828" y="753836"/>
                  <a:pt x="595882" y="756915"/>
                  <a:pt x="604157" y="759279"/>
                </a:cubicBezTo>
                <a:cubicBezTo>
                  <a:pt x="675944" y="779790"/>
                  <a:pt x="602561" y="756026"/>
                  <a:pt x="661307" y="775607"/>
                </a:cubicBezTo>
                <a:cubicBezTo>
                  <a:pt x="688521" y="772886"/>
                  <a:pt x="715840" y="771058"/>
                  <a:pt x="742950" y="767443"/>
                </a:cubicBezTo>
                <a:cubicBezTo>
                  <a:pt x="756705" y="765609"/>
                  <a:pt x="772818" y="767798"/>
                  <a:pt x="783771" y="759279"/>
                </a:cubicBezTo>
                <a:cubicBezTo>
                  <a:pt x="799262" y="747231"/>
                  <a:pt x="816428" y="710293"/>
                  <a:pt x="816428" y="710293"/>
                </a:cubicBezTo>
                <a:cubicBezTo>
                  <a:pt x="813707" y="691243"/>
                  <a:pt x="812038" y="672013"/>
                  <a:pt x="808264" y="653143"/>
                </a:cubicBezTo>
                <a:cubicBezTo>
                  <a:pt x="806576" y="644704"/>
                  <a:pt x="794015" y="634735"/>
                  <a:pt x="800100" y="628650"/>
                </a:cubicBezTo>
                <a:cubicBezTo>
                  <a:pt x="816720" y="612030"/>
                  <a:pt x="899799" y="605982"/>
                  <a:pt x="914400" y="604157"/>
                </a:cubicBezTo>
                <a:cubicBezTo>
                  <a:pt x="972695" y="584726"/>
                  <a:pt x="949065" y="597377"/>
                  <a:pt x="987878" y="571500"/>
                </a:cubicBezTo>
                <a:cubicBezTo>
                  <a:pt x="993321" y="563336"/>
                  <a:pt x="999819" y="555783"/>
                  <a:pt x="1004207" y="547007"/>
                </a:cubicBezTo>
                <a:cubicBezTo>
                  <a:pt x="1024057" y="507307"/>
                  <a:pt x="1008046" y="470614"/>
                  <a:pt x="1004207" y="424543"/>
                </a:cubicBezTo>
                <a:cubicBezTo>
                  <a:pt x="1017095" y="360102"/>
                  <a:pt x="997323" y="397524"/>
                  <a:pt x="1036864" y="375557"/>
                </a:cubicBezTo>
                <a:cubicBezTo>
                  <a:pt x="1054019" y="366027"/>
                  <a:pt x="1085850" y="342900"/>
                  <a:pt x="1085850" y="342900"/>
                </a:cubicBezTo>
                <a:cubicBezTo>
                  <a:pt x="1091293" y="334736"/>
                  <a:pt x="1097790" y="327183"/>
                  <a:pt x="1102178" y="318407"/>
                </a:cubicBezTo>
                <a:cubicBezTo>
                  <a:pt x="1122576" y="277610"/>
                  <a:pt x="1110275" y="214027"/>
                  <a:pt x="1102178" y="179614"/>
                </a:cubicBezTo>
                <a:cubicBezTo>
                  <a:pt x="1099534" y="168375"/>
                  <a:pt x="1085078" y="163991"/>
                  <a:pt x="1077686" y="155121"/>
                </a:cubicBezTo>
                <a:cubicBezTo>
                  <a:pt x="1020860" y="86930"/>
                  <a:pt x="1108412" y="177684"/>
                  <a:pt x="1036864" y="106136"/>
                </a:cubicBezTo>
                <a:lnTo>
                  <a:pt x="1020536" y="57150"/>
                </a:lnTo>
                <a:lnTo>
                  <a:pt x="1012371" y="3265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Flowchart: Stored Data 21"/>
          <p:cNvSpPr/>
          <p:nvPr/>
        </p:nvSpPr>
        <p:spPr>
          <a:xfrm rot="16200000">
            <a:off x="3626326" y="3649651"/>
            <a:ext cx="998302" cy="1007187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0353"/>
              <a:gd name="connsiteY0" fmla="*/ 0 h 10000"/>
              <a:gd name="connsiteX1" fmla="*/ 10353 w 10353"/>
              <a:gd name="connsiteY1" fmla="*/ 0 h 10000"/>
              <a:gd name="connsiteX2" fmla="*/ 8333 w 10353"/>
              <a:gd name="connsiteY2" fmla="*/ 5000 h 10000"/>
              <a:gd name="connsiteX3" fmla="*/ 10000 w 10353"/>
              <a:gd name="connsiteY3" fmla="*/ 10000 h 10000"/>
              <a:gd name="connsiteX4" fmla="*/ 1667 w 10353"/>
              <a:gd name="connsiteY4" fmla="*/ 10000 h 10000"/>
              <a:gd name="connsiteX5" fmla="*/ 0 w 10353"/>
              <a:gd name="connsiteY5" fmla="*/ 5000 h 10000"/>
              <a:gd name="connsiteX6" fmla="*/ 1667 w 10353"/>
              <a:gd name="connsiteY6" fmla="*/ 0 h 10000"/>
              <a:gd name="connsiteX0" fmla="*/ 1667 w 10397"/>
              <a:gd name="connsiteY0" fmla="*/ 0 h 10128"/>
              <a:gd name="connsiteX1" fmla="*/ 10353 w 10397"/>
              <a:gd name="connsiteY1" fmla="*/ 0 h 10128"/>
              <a:gd name="connsiteX2" fmla="*/ 8333 w 10397"/>
              <a:gd name="connsiteY2" fmla="*/ 5000 h 10128"/>
              <a:gd name="connsiteX3" fmla="*/ 10397 w 10397"/>
              <a:gd name="connsiteY3" fmla="*/ 10128 h 10128"/>
              <a:gd name="connsiteX4" fmla="*/ 1667 w 10397"/>
              <a:gd name="connsiteY4" fmla="*/ 10000 h 10128"/>
              <a:gd name="connsiteX5" fmla="*/ 0 w 10397"/>
              <a:gd name="connsiteY5" fmla="*/ 5000 h 10128"/>
              <a:gd name="connsiteX6" fmla="*/ 1667 w 10397"/>
              <a:gd name="connsiteY6" fmla="*/ 0 h 10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97" h="10128">
                <a:moveTo>
                  <a:pt x="1667" y="0"/>
                </a:moveTo>
                <a:lnTo>
                  <a:pt x="10353" y="0"/>
                </a:lnTo>
                <a:cubicBezTo>
                  <a:pt x="9432" y="0"/>
                  <a:pt x="8326" y="3312"/>
                  <a:pt x="8333" y="5000"/>
                </a:cubicBezTo>
                <a:cubicBezTo>
                  <a:pt x="8340" y="6688"/>
                  <a:pt x="9476" y="10128"/>
                  <a:pt x="10397" y="10128"/>
                </a:cubicBezTo>
                <a:lnTo>
                  <a:pt x="1667" y="10000"/>
                </a:lnTo>
                <a:cubicBezTo>
                  <a:pt x="746" y="10000"/>
                  <a:pt x="0" y="7761"/>
                  <a:pt x="0" y="5000"/>
                </a:cubicBezTo>
                <a:cubicBezTo>
                  <a:pt x="0" y="2239"/>
                  <a:pt x="746" y="0"/>
                  <a:pt x="1667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Flowchart: Delay 22"/>
          <p:cNvSpPr/>
          <p:nvPr/>
        </p:nvSpPr>
        <p:spPr>
          <a:xfrm rot="5400000">
            <a:off x="1646931" y="3617385"/>
            <a:ext cx="1048538" cy="838200"/>
          </a:xfrm>
          <a:custGeom>
            <a:avLst/>
            <a:gdLst>
              <a:gd name="connsiteX0" fmla="*/ 0 w 955405"/>
              <a:gd name="connsiteY0" fmla="*/ 0 h 833967"/>
              <a:gd name="connsiteX1" fmla="*/ 477703 w 955405"/>
              <a:gd name="connsiteY1" fmla="*/ 0 h 833967"/>
              <a:gd name="connsiteX2" fmla="*/ 955406 w 955405"/>
              <a:gd name="connsiteY2" fmla="*/ 416984 h 833967"/>
              <a:gd name="connsiteX3" fmla="*/ 477703 w 955405"/>
              <a:gd name="connsiteY3" fmla="*/ 833968 h 833967"/>
              <a:gd name="connsiteX4" fmla="*/ 0 w 955405"/>
              <a:gd name="connsiteY4" fmla="*/ 833967 h 833967"/>
              <a:gd name="connsiteX5" fmla="*/ 0 w 955405"/>
              <a:gd name="connsiteY5" fmla="*/ 0 h 833967"/>
              <a:gd name="connsiteX0" fmla="*/ 11247 w 966653"/>
              <a:gd name="connsiteY0" fmla="*/ 0 h 833968"/>
              <a:gd name="connsiteX1" fmla="*/ 488950 w 966653"/>
              <a:gd name="connsiteY1" fmla="*/ 0 h 833968"/>
              <a:gd name="connsiteX2" fmla="*/ 966653 w 966653"/>
              <a:gd name="connsiteY2" fmla="*/ 416984 h 833968"/>
              <a:gd name="connsiteX3" fmla="*/ 488950 w 966653"/>
              <a:gd name="connsiteY3" fmla="*/ 833968 h 833968"/>
              <a:gd name="connsiteX4" fmla="*/ 11247 w 966653"/>
              <a:gd name="connsiteY4" fmla="*/ 833967 h 833968"/>
              <a:gd name="connsiteX5" fmla="*/ 0 w 966653"/>
              <a:gd name="connsiteY5" fmla="*/ 403783 h 833968"/>
              <a:gd name="connsiteX6" fmla="*/ 11247 w 966653"/>
              <a:gd name="connsiteY6" fmla="*/ 0 h 833968"/>
              <a:gd name="connsiteX0" fmla="*/ 0 w 955406"/>
              <a:gd name="connsiteY0" fmla="*/ 0 h 833968"/>
              <a:gd name="connsiteX1" fmla="*/ 477703 w 955406"/>
              <a:gd name="connsiteY1" fmla="*/ 0 h 833968"/>
              <a:gd name="connsiteX2" fmla="*/ 955406 w 955406"/>
              <a:gd name="connsiteY2" fmla="*/ 416984 h 833968"/>
              <a:gd name="connsiteX3" fmla="*/ 477703 w 955406"/>
              <a:gd name="connsiteY3" fmla="*/ 833968 h 833968"/>
              <a:gd name="connsiteX4" fmla="*/ 0 w 955406"/>
              <a:gd name="connsiteY4" fmla="*/ 833967 h 833968"/>
              <a:gd name="connsiteX5" fmla="*/ 9923 w 955406"/>
              <a:gd name="connsiteY5" fmla="*/ 408017 h 833968"/>
              <a:gd name="connsiteX6" fmla="*/ 0 w 955406"/>
              <a:gd name="connsiteY6" fmla="*/ 0 h 833968"/>
              <a:gd name="connsiteX0" fmla="*/ 0 w 955406"/>
              <a:gd name="connsiteY0" fmla="*/ 0 h 833968"/>
              <a:gd name="connsiteX1" fmla="*/ 477703 w 955406"/>
              <a:gd name="connsiteY1" fmla="*/ 0 h 833968"/>
              <a:gd name="connsiteX2" fmla="*/ 955406 w 955406"/>
              <a:gd name="connsiteY2" fmla="*/ 416984 h 833968"/>
              <a:gd name="connsiteX3" fmla="*/ 477703 w 955406"/>
              <a:gd name="connsiteY3" fmla="*/ 833968 h 833968"/>
              <a:gd name="connsiteX4" fmla="*/ 0 w 955406"/>
              <a:gd name="connsiteY4" fmla="*/ 833967 h 833968"/>
              <a:gd name="connsiteX5" fmla="*/ 5685 w 955406"/>
              <a:gd name="connsiteY5" fmla="*/ 547716 h 833968"/>
              <a:gd name="connsiteX6" fmla="*/ 9923 w 955406"/>
              <a:gd name="connsiteY6" fmla="*/ 408017 h 833968"/>
              <a:gd name="connsiteX7" fmla="*/ 0 w 955406"/>
              <a:gd name="connsiteY7" fmla="*/ 0 h 833968"/>
              <a:gd name="connsiteX0" fmla="*/ 0 w 955406"/>
              <a:gd name="connsiteY0" fmla="*/ 0 h 833968"/>
              <a:gd name="connsiteX1" fmla="*/ 477703 w 955406"/>
              <a:gd name="connsiteY1" fmla="*/ 0 h 833968"/>
              <a:gd name="connsiteX2" fmla="*/ 955406 w 955406"/>
              <a:gd name="connsiteY2" fmla="*/ 416984 h 833968"/>
              <a:gd name="connsiteX3" fmla="*/ 477703 w 955406"/>
              <a:gd name="connsiteY3" fmla="*/ 833968 h 833968"/>
              <a:gd name="connsiteX4" fmla="*/ 0 w 955406"/>
              <a:gd name="connsiteY4" fmla="*/ 833967 h 833968"/>
              <a:gd name="connsiteX5" fmla="*/ 5685 w 955406"/>
              <a:gd name="connsiteY5" fmla="*/ 547716 h 833968"/>
              <a:gd name="connsiteX6" fmla="*/ 9923 w 955406"/>
              <a:gd name="connsiteY6" fmla="*/ 408017 h 833968"/>
              <a:gd name="connsiteX7" fmla="*/ 5685 w 955406"/>
              <a:gd name="connsiteY7" fmla="*/ 276783 h 833968"/>
              <a:gd name="connsiteX8" fmla="*/ 0 w 955406"/>
              <a:gd name="connsiteY8" fmla="*/ 0 h 833968"/>
              <a:gd name="connsiteX0" fmla="*/ 0 w 1035839"/>
              <a:gd name="connsiteY0" fmla="*/ 0 h 833968"/>
              <a:gd name="connsiteX1" fmla="*/ 558136 w 1035839"/>
              <a:gd name="connsiteY1" fmla="*/ 0 h 833968"/>
              <a:gd name="connsiteX2" fmla="*/ 1035839 w 1035839"/>
              <a:gd name="connsiteY2" fmla="*/ 416984 h 833968"/>
              <a:gd name="connsiteX3" fmla="*/ 558136 w 1035839"/>
              <a:gd name="connsiteY3" fmla="*/ 833968 h 833968"/>
              <a:gd name="connsiteX4" fmla="*/ 80433 w 1035839"/>
              <a:gd name="connsiteY4" fmla="*/ 833967 h 833968"/>
              <a:gd name="connsiteX5" fmla="*/ 86118 w 1035839"/>
              <a:gd name="connsiteY5" fmla="*/ 547716 h 833968"/>
              <a:gd name="connsiteX6" fmla="*/ 90356 w 1035839"/>
              <a:gd name="connsiteY6" fmla="*/ 408017 h 833968"/>
              <a:gd name="connsiteX7" fmla="*/ 86118 w 1035839"/>
              <a:gd name="connsiteY7" fmla="*/ 276783 h 833968"/>
              <a:gd name="connsiteX8" fmla="*/ 0 w 1035839"/>
              <a:gd name="connsiteY8" fmla="*/ 0 h 833968"/>
              <a:gd name="connsiteX0" fmla="*/ 12699 w 1048538"/>
              <a:gd name="connsiteY0" fmla="*/ 0 h 838200"/>
              <a:gd name="connsiteX1" fmla="*/ 570835 w 1048538"/>
              <a:gd name="connsiteY1" fmla="*/ 0 h 838200"/>
              <a:gd name="connsiteX2" fmla="*/ 1048538 w 1048538"/>
              <a:gd name="connsiteY2" fmla="*/ 416984 h 838200"/>
              <a:gd name="connsiteX3" fmla="*/ 570835 w 1048538"/>
              <a:gd name="connsiteY3" fmla="*/ 833968 h 838200"/>
              <a:gd name="connsiteX4" fmla="*/ 0 w 1048538"/>
              <a:gd name="connsiteY4" fmla="*/ 838200 h 838200"/>
              <a:gd name="connsiteX5" fmla="*/ 98817 w 1048538"/>
              <a:gd name="connsiteY5" fmla="*/ 547716 h 838200"/>
              <a:gd name="connsiteX6" fmla="*/ 103055 w 1048538"/>
              <a:gd name="connsiteY6" fmla="*/ 408017 h 838200"/>
              <a:gd name="connsiteX7" fmla="*/ 98817 w 1048538"/>
              <a:gd name="connsiteY7" fmla="*/ 276783 h 838200"/>
              <a:gd name="connsiteX8" fmla="*/ 12699 w 1048538"/>
              <a:gd name="connsiteY8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8538" h="838200">
                <a:moveTo>
                  <a:pt x="12699" y="0"/>
                </a:moveTo>
                <a:lnTo>
                  <a:pt x="570835" y="0"/>
                </a:lnTo>
                <a:cubicBezTo>
                  <a:pt x="834663" y="0"/>
                  <a:pt x="1048538" y="186690"/>
                  <a:pt x="1048538" y="416984"/>
                </a:cubicBezTo>
                <a:cubicBezTo>
                  <a:pt x="1048538" y="647278"/>
                  <a:pt x="834663" y="833968"/>
                  <a:pt x="570835" y="833968"/>
                </a:cubicBezTo>
                <a:lnTo>
                  <a:pt x="0" y="838200"/>
                </a:lnTo>
                <a:lnTo>
                  <a:pt x="98817" y="547716"/>
                </a:lnTo>
                <a:lnTo>
                  <a:pt x="103055" y="408017"/>
                </a:lnTo>
                <a:lnTo>
                  <a:pt x="98817" y="276783"/>
                </a:lnTo>
                <a:lnTo>
                  <a:pt x="12699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Isosceles Triangle 3"/>
          <p:cNvSpPr/>
          <p:nvPr/>
        </p:nvSpPr>
        <p:spPr>
          <a:xfrm>
            <a:off x="1425085" y="1318570"/>
            <a:ext cx="1492234" cy="1677722"/>
          </a:xfrm>
          <a:prstGeom prst="triangle">
            <a:avLst/>
          </a:prstGeom>
          <a:solidFill>
            <a:srgbClr val="FF000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Oval 4"/>
          <p:cNvSpPr/>
          <p:nvPr/>
        </p:nvSpPr>
        <p:spPr>
          <a:xfrm>
            <a:off x="2024392" y="953894"/>
            <a:ext cx="293615" cy="293615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025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Isoz</dc:creator>
  <cp:lastModifiedBy>Anna</cp:lastModifiedBy>
  <cp:revision>8</cp:revision>
  <dcterms:created xsi:type="dcterms:W3CDTF">2024-08-27T13:18:17Z</dcterms:created>
  <dcterms:modified xsi:type="dcterms:W3CDTF">2024-08-29T08:05:19Z</dcterms:modified>
</cp:coreProperties>
</file>